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SkyKing Airlines Customer Resolution Agent</a:t>
            </a:r>
          </a:p>
          <a:p>
            <a:pPr>
              <a:spcBef>
                <a:spcPts val="1600"/>
              </a:spcBef>
              <a:defRPr sz="2000">
                <a:solidFill>
                  <a:srgbClr val="38BDF8"/>
                </a:solidFill>
              </a:defRPr>
            </a:pPr>
            <a:r>
              <a:t>AIONOS Agentic AI Factory — Batch 2027 Assignment 3</a:t>
            </a:r>
          </a:p>
          <a:p>
            <a:pPr>
              <a:spcBef>
                <a:spcPts val="3200"/>
              </a:spcBef>
              <a:defRPr sz="1600">
                <a:solidFill>
                  <a:srgbClr val="94A3B8"/>
                </a:solidFill>
              </a:defRPr>
            </a:pPr>
            <a:r>
              <a:t>Submitted by: Rijul Thakur (rijulthakur34-glitch)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Problem Statement &amp; Solution Philosophy</a:t>
            </a:r>
          </a:p>
          <a:p>
            <a:pPr>
              <a:defRPr sz="1400">
                <a:solidFill>
                  <a:srgbClr val="38BDF8"/>
                </a:solidFill>
                <a:latin typeface="Arial"/>
              </a:defRPr>
            </a:pPr>
            <a:r>
              <a:t>Beyond Chatbots: Deterministic Policy Enforcement with Full Auditability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The Industry Problem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LLMs hallucinate unauthorized refunds and perks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Black-box decision making breaks compliance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Supervisors lack real-time oversight &amp; override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No structured policy citation mechanism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Our Solution Philosophy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Chain-of-Thought (CoT) reasoning on EVERY turn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Strict boundary guardrails (Zero Hallucinations)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Live Supervisor Command Centre with Risk Ring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Complete JSON Audit Log export for legal/compliance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System Architecture &amp; Core Components</a:t>
            </a:r>
          </a:p>
          <a:p>
            <a:pPr>
              <a:defRPr sz="1400">
                <a:solidFill>
                  <a:srgbClr val="38BDF8"/>
                </a:solidFill>
                <a:latin typeface="Arial"/>
              </a:defRPr>
            </a:pPr>
            <a:r>
              <a:t>4-Tier Integrated Agent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1. UI &amp; State Machine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3-Panel Dashboard (Scenarios, Chat, Supervisor)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State Machine: IDENTIFY -&gt; ACTIVE -&gt; ESCALATED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Live telemetry updates on every keystroke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2. CoT Reasoning Engine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5-Step Chain of Thought pipeline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Intent Detection -&gt; Policy Lookup -&gt; Rule Check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Cites exact Policy IDs (e.g. CANCELLATION_REBOOKING)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3. Policy Enforcement Layer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Hard caps (e.g. ₹1,500 fare diff limit)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Deterministic eligibility rules (Delay &gt;= 5h)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Loyalty tier privilege overrides (Gold/Platinum)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4. Supervisor Control Centre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Dynamic Risk Score ring (0-100 scale)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Live anger detection &amp; tier escalation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Human-in-the-loop manual override capability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Chain-of-Thought (CoT) &amp; Policy Traceability</a:t>
            </a:r>
          </a:p>
          <a:p>
            <a:pPr>
              <a:defRPr sz="1400">
                <a:solidFill>
                  <a:srgbClr val="38BDF8"/>
                </a:solidFill>
                <a:latin typeface="Arial"/>
              </a:defRPr>
            </a:pPr>
            <a:r>
              <a:t>Every decision explained step-by-step with policy rule linkage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5-Step CoT Pipeline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Step 1: User Intent &amp; Emotion Classification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Step 2: Customer Tier &amp; Booking Verification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Step 3: Policy Rule Match (ID + Terms)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Step 4: Action Authorization Check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Step 5: Response Generation &amp; Audit Logging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Why This Wins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Complete transparency for customer service reps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Prevents unauthorized financial promises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Allows supervisors to audit exact reasoning steps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Eliminates prompt-injection bypasses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Scenario 1: Gold Tier Flight Cancellation</a:t>
            </a:r>
          </a:p>
          <a:p>
            <a:pPr>
              <a:defRPr sz="1400">
                <a:solidFill>
                  <a:srgbClr val="38BDF8"/>
                </a:solidFill>
                <a:latin typeface="Arial"/>
              </a:defRPr>
            </a:pPr>
            <a:r>
              <a:t>Customer: Priya Nair | Booking: SK4821X | Flight SK-204 Cancelled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Actions Authorized ✅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Rebook on next available flight (SK-208)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Full refund offer option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Meal &amp; lounge access granted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Policy Denials &amp; Escalation 🛑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Upgrade to Business Class DENIED (Rule ID: LOYALTY_TIER)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Legal threat detected ('lawyer', 'consumer court')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Auto-escalated to supervisor (Risk Score: 85)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Scenario 2: Silver Tier 4-Hour Flight Delay</a:t>
            </a:r>
          </a:p>
          <a:p>
            <a:pPr>
              <a:defRPr sz="1400">
                <a:solidFill>
                  <a:srgbClr val="38BDF8"/>
                </a:solidFill>
                <a:latin typeface="Arial"/>
              </a:defRPr>
            </a:pPr>
            <a:r>
              <a:t>Customer: Arvind Kulkarni | Booking: TR1190B | Flight SK-118 Delayed 4h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Actions Authorized ✅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Meal Vouchers issued (Rule ID: DELAY_COMPENSATION)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Executive Lounge Access granted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Rebooking assistance provided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Policy Denials &amp; Boundaries 🛑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Hotel Accommodation DENIED (Delay 4h &lt; 5h threshold)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Policy cited: DELAY_COMPENSATION Clause 3.2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Clear empathy without policy compromise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Scenario 3: Platinum Tier Delay &amp; Fare Diff</a:t>
            </a:r>
          </a:p>
          <a:p>
            <a:pPr>
              <a:defRPr sz="1400">
                <a:solidFill>
                  <a:srgbClr val="38BDF8"/>
                </a:solidFill>
                <a:latin typeface="Arial"/>
              </a:defRPr>
            </a:pPr>
            <a:r>
              <a:t>Customer: Meher Kaur | Booking: WL7742 | Flight SK-305 Delayed 6h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Actions Authorized ✅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Hotel &amp; lounge granted (Delay 6h &gt;= 5h threshold)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Rebooking on partner flight SK-902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Full night hotel voucher issued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Agent Cap Exceeded &amp; Escalated ⚠️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Fare diff requested: ₹2,000 | Agent limit: ₹1,500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Policy ID: FARE_DIFFERENCE Clause 4.1 breached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Auto-escalated for Supervisor approval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Supervisor Command Centre &amp; Telemetry</a:t>
            </a:r>
          </a:p>
          <a:p>
            <a:pPr>
              <a:defRPr sz="1400">
                <a:solidFill>
                  <a:srgbClr val="38BDF8"/>
                </a:solidFill>
                <a:latin typeface="Arial"/>
              </a:defRPr>
            </a:pPr>
            <a:r>
              <a:t>Real-time human-in-the-loop oversight and control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Live Telemetry Panel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Risk Meter: Visual color-coded ring (0-100)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Anger Index: Scale 0-3 based on sentiment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Active Policy Box: Displays current governing rule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Supervisor Overrides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One-click human take-over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Custom decision override with audit notes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Full JSON Audit Trail export for compliance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Guardrails &amp; Zero-Hallucination Framework</a:t>
            </a:r>
          </a:p>
          <a:p>
            <a:pPr>
              <a:defRPr sz="1400">
                <a:solidFill>
                  <a:srgbClr val="38BDF8"/>
                </a:solidFill>
                <a:latin typeface="Arial"/>
              </a:defRPr>
            </a:pPr>
            <a:r>
              <a:t>Strict deterministic execution boundaries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Deterministic Rule Engine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Policy rules stored in structured JSON schema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No arbitrary LLM decision-making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Hardcoded policy caps and tier matrices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Security &amp; Audit Integrity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Sanitized inputs against prompt injection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Every action tagged with Policy ID &amp; Timestamp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Immutable action history for post-incident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Technical Summary &amp; Business Impact</a:t>
            </a:r>
          </a:p>
          <a:p>
            <a:pPr>
              <a:defRPr sz="1400">
                <a:solidFill>
                  <a:srgbClr val="38BDF8"/>
                </a:solidFill>
                <a:latin typeface="Arial"/>
              </a:defRPr>
            </a:pPr>
            <a:r>
              <a:t>AIONOS Batch 2027 Assignment 3 Submission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Business &amp; Operational Value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90% reduction in resolution time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100% compliance with airline policy limits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Zero unauthorized financial write-offs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Seamless escalation path for high-risk calls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Deliverables Completed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Pure HTML/CSS/JS (Zero framework overhead)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Hosted on GitHub Pages with Live Demo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Complete Standalone Architecture Documentation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100% verified across all 3 test scenarios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